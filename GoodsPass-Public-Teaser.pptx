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C79A42">
              <a:alpha val="28000"/>
            </a:srgbClr>
          </a:solidFill>
          <a:ln w="12700">
            <a:solidFill>
              <a:srgbClr val="C79A42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41732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documents. One explainable customs workflow.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80467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€1,000,000 seed financing · Target: before 2028 · Romania-first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E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by CLARIFIED SRL, Bucharest, Romania. Our six-person team is turning fragmented trade documents into a structured, reviewable customs dossier.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7E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Non-confidential introduction · October 2026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7E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trade information is spread across invoices, transport documents, origin evidence and technical descriptions. Importers and their advisers repeat work, reconcile missing facts and explain decisions across disconnected tools.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 brings that preparation into one workflow. We aim to reduce repeated data entry and preserve the reasoning behind each dossier, not to remove legal responsibilities or promise error-free automation.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product works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commercial and transport documents → review extracted product facts → consider classification candidates and origin → evaluate valuation, tariffs and conditional obligations → review and retain the dossier.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is designed for importers, customs professionals and logistics teams. Explanations and source references accompany decisions; missing facts remain visible.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Romania-first product has been developed. Our next investment milestone is measured commercial validation, completion of launch-critical integrations and repeatable distribution.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claim validated recurring-revenue traction, universal EU legal coverage, official filing authorisation or an existing connection to the EU Customs Data Hub. Detailed status and a synthetic-data demonstration are available in a qualified conversation.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can matter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retyping. More consistent product and transaction records. Earlier identification of missing information. A clearer hand-off between the business and the customs professional.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value will be demonstrated through permissioned pilots measuring preparation time, corrections, repeat use and willingness to pay. We do not substitute market size for proof of adoption.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EU Customs Data Hub milestone for e-commerce in July 2028 adds urgency to better trade data. Authorised connectivity is a future development, not an existing integration. European Commission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 and distribution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software, with current paid list plans of €49 and €149 per month excluding VAT. Professional integrations and enterprise distribution are future commercial options to validate.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entry market is Romania. Expansion follows reusable country modules and demand from importers, customs/logistics professionals and software channels. No marketplace, public authority or strategic partnership is claimed.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and hosting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experience: HTML, CSS and JavaScript in the browser.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and data: a Node.js modular application with PostgreSQL persistence.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hosting: Docker/Linux containers on Microsoft Azure Container Apps, using the Consumption workload profile rather than a dedicated application VM.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services: Keycloak identity, managed secrets, OCR and document processing, with versioned integration adapters.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technology foundations, not a claim that every business workflow or future integration is complete.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product chapter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AI assistant could help users prepare and complete authorised workflow steps, starting with suggestions and reviewable actions.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permissions, tenant isolation and explicit approval for legally or financially consequential actions come first. Autonomous official filing is not a current product claim.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raising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seek €1 million to complete commercial development, launch in Romania, strengthen delivery capacity and establish the first repeatable European expansion and distribution pathways.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interested in lead and co-investors with B2B software, logistics, international trade or AI-workflow expertise. Investment structure and valuation are open for discussion.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023360" cy="4023360"/>
          </a:xfrm>
          <a:prstGeom prst="ellipse">
            <a:avLst/>
          </a:prstGeom>
          <a:solidFill>
            <a:srgbClr val="EDF3F0">
              <a:alpha val="88000"/>
            </a:srgbClr>
          </a:solidFill>
          <a:ln w="12700">
            <a:solidFill>
              <a:srgbClr val="0D5F61">
                <a:alpha val="35000"/>
              </a:srgbClr>
            </a:solidFill>
            <a:prstDash val="solid"/>
          </a:ln>
        </p:spPr>
      </p:sp>
      <p:pic>
        <p:nvPicPr>
          <p:cNvPr id="3" name="Image 0" descr="/srv/projects/eu-tcp-worktrees/azure-release-integrator-20260904/docs/investors/assets/goodspass-mark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10896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56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1F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GoodsPass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02920" y="10058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02B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discuss the evidence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1078992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share a product demonstration using synthetic documents, a staged commercial-validation plan and a detailed investment case through controlled access.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Cristian Apostol · Managing Partner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CLARIFIED SRL · Bucharest, Romania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office@clarified.ro · https://goodspass.ro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introduction is non-confidential. It is not a funding commitment, investment guarantee or claim of regulatory approval.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89920" y="647395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07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CLARIFIED SRL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GoodsPass — Public Funding Teaser</dc:title>
  <dc:subject>GoodsPass public funding teaser</dc:subject>
  <dc:creator>CLARIFIED SRL</dc:creator>
  <cp:lastModifiedBy>CLARIFIED SRL</cp:lastModifiedBy>
  <cp:revision>1</cp:revision>
  <dcterms:created xsi:type="dcterms:W3CDTF">2026-10-27T18:18:21Z</dcterms:created>
  <dcterms:modified xsi:type="dcterms:W3CDTF">2026-10-27T18:18:21Z</dcterms:modified>
</cp:coreProperties>
</file>